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88952" cy="28346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457200"/>
            <a:ext cx="219456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Stock Decision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6187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D9E75"/>
                </a:solidFill>
              </a:rPr>
              <a:t>Moteur d'analyse boursière multi-source avec scoring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94560"/>
            <a:ext cx="9418320" cy="457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468880"/>
            <a:ext cx="2194560" cy="114300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81328" y="2542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</a:rPr>
              <a:t>3 signaux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0779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Technique · Fondamental · Médiatique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468880"/>
            <a:ext cx="2194560" cy="114300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2542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</a:rPr>
              <a:t>Score 0–100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90779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Recommandation ACHETER / NEUTRE / VENDRE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468880"/>
            <a:ext cx="2194560" cy="114300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2542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</a:rPr>
              <a:t>Explication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90779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LLaMA 3.3 70B via Groq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468880"/>
            <a:ext cx="2194560" cy="114300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2542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</a:rPr>
              <a:t>Alertes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0779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GitHub Actions · scheduler horaire gratuit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5196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Formation Python Software Engineer — PPL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4515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E75"/>
                </a:solidFill>
              </a:rPr>
              <a:t>Vladimir Andriana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Qu'est-ce que SDE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Une application web d'aide à la décision boursière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744"/>
                </a:solidFill>
              </a:rPr>
              <a:t>L'utilisateur saisit le nom ou le code d'une société cotée — SDE produit en quelques secondes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2697480" cy="24231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 global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E5"/>
                </a:solidFill>
              </a:rPr>
              <a:t>Composite pondéré de 3 sources
de signaux indépendantes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2697480" cy="2423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1965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468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Recommandation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92608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ACHETER · NEUTRE · VENDRE
Avec seuils configurables (±4 pts)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74519"/>
            <a:ext cx="2697480" cy="24231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Explication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2608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E5"/>
                </a:solidFill>
              </a:rPr>
              <a:t>3 phrases générées par LLaMA 3.3 70B
via Groq API (gratuit)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874519"/>
            <a:ext cx="2697480" cy="2423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Alertes automatiques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8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Email si variation ≥ 5 %
ou changement de recommandation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114300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L'originalité : combiner chiffres boursiers, santé financière, actualités sectorielles ET signaux humains (CEO, insiders)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score composite — 3 sources de signaux pondérées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5669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9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289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40 %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RSI — surachat / survente (&gt; 70 / &lt; 30)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Moyennes mobiles MA20 et MA50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MACD et ligne signal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Bandes de Bollinger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Volume relatif (ratio 20j)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49039" cy="5669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289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Fondamental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289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35 %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P/E ratio (price-to-earnings)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EPS — bénéfice par action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Ratio dette / capitaux propres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Croissance du chiffre d'affaires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Capitalisation boursière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749039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89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Médiatique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59" y="1289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25 %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Sentiment NLP VADER sur articles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Actualités secteur (pondération 0.5×)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Transactions insider (achats/ventes)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Score de risque CEO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Événements dirigeants (RSS)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74920"/>
            <a:ext cx="1152144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744"/>
                </a:solidFill>
              </a:rPr>
              <a:t>Score global  =  (Tech × 0.40)  +  (Fund × 0.35)  +  (Média × 0.25)     →     &gt; 54 = ACHETER   /   46–54 = NEUTRE   /   &lt; 46 = VENDRE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Pipeline modulaire — chaque source est indépendante et testable seule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280160"/>
            <a:ext cx="265176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app.py — Interface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556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9E75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265176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pipeline.py — Orchestrateur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43200"/>
            <a:ext cx="283464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81635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2004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market.py
→ yfinance (cours, RSI, P/E, CEO)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news.py
→ RSS + NewsAPI (ticker + secteur)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insider.py
→ transactions dirigeants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</a:rPr>
              <a:t>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743200"/>
            <a:ext cx="2834640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81635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analysis/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2004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scoring.py → score pondéré tech/fund/media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sentiment.py → NLP VADER / FinBERT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candle_patterns.py → 10 figures chartistes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llm_explain.py → explication Groq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</a:rPr>
              <a:t>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743200"/>
            <a:ext cx="2834640" cy="384048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281635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ui/  +  utils/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2004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gauge.py → jauge score Plotly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charts.py → chandeliers + RSI + cours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indicators.py → RSI / MACD / Bollinger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ticker_search.py → autocomplétion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A6FF"/>
                </a:solidFill>
              </a:rPr>
              <a:t>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743200"/>
            <a:ext cx="283464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281635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alerts/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32004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scheduler.py → cron horaire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mailer.py → email HTML Gmail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2744"/>
                </a:solidFill>
              </a:rPr>
              <a:t>→  → GitHub Actions (gratuit)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679192"/>
            <a:ext cx="1193292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5943600"/>
            <a:ext cx="11704320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98017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Transversal : config.py  ·  cache.py TTL 15 min  ·  auth/auth.py bcrypt  ·  watchlist/ JSON  ·  .github/workflows/ GitHub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Interface utilisateur —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Dashboard en temps réel · authentification · watchlist personnelle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Fonctionnalités d'analyse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Recherche par nom de société (autocomplétion Yahoo Finance)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Analyse en 1 clic → score 0-100 avec jauge Plotly animée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Décomposition en 3 sous-scores Tech / Fondamental / Média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RSI avec zones colorées surachat/survente (14 jours)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Graphique cours + volume + MA20/MA50 + Bollinger (30j)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Onglet Chandeliers 60j — détection figures chartistes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Actualités colorées par sentiment (ticker + secteur)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Phrase d'interprétation automatique sous le graphique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34747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Compte &amp; Watchlist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64208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Compte utilisateur + watchlist personnelle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Analyse directe depuis watchlist (bouton ▶)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Ajout à la watchlist en 1 clic depuis l'analyse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Authentification bcrypt + cookie de session 30 jours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Login sécurisé dans la sidebar Streamlit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2744"/>
                </a:solidFill>
              </a:rPr>
              <a:t>▸  Fallback ticker direct si recherche indisponible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623560"/>
            <a:ext cx="1152144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5760720"/>
            <a:ext cx="1152144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790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Stack UI : Streamlit 1.57  ·  Plotly 6  ·  Matplotlib  ·  streamlit-authenticator  ·  CSS inline custom (data-testid)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Analyse chartiste — Figures de retournement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Détection automatique en Pandas pur — 10 patterns sur 60 jours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24028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</a:rPr>
              <a:t>Haussier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Longue ombre basse après une baisse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280160"/>
            <a:ext cx="2240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4912" y="13441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Étoile filante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Baissier 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05740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Longue ombre haute — pression vendeuse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280160"/>
            <a:ext cx="2240280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13441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</a:rPr>
              <a:t>Neutre 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05740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Corps quasi nul — indécision du marché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1776" y="1280160"/>
            <a:ext cx="224028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6" y="13441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Avalement haussier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</a:rPr>
              <a:t>Haussier 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05740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Grande bougie verte englobe la rouge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0928" y="1280160"/>
            <a:ext cx="2240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02368" y="13441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Avalement baissier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Baissier 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05740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Grande bougie rouge englobe la verte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57600"/>
            <a:ext cx="224028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721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Étoile du matin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1148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</a:rPr>
              <a:t>Haussier 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3 bougies — retournement fort à la hausse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3472" y="3657600"/>
            <a:ext cx="2240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24912" y="3721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Étoile du soir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41148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Baissier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4348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3 bougies — retournement fort à la baisse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4" y="3657600"/>
            <a:ext cx="224028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84064" y="3721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 soldats blancs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41148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</a:rPr>
              <a:t>Haussier 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4064" y="44348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3 vertes consécutives — tendance confirmée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6" y="3657600"/>
            <a:ext cx="2240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43216" y="3721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 corbeaux noirs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1148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Baissier 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4348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3 rouges consécutives — tendance baissière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10928" y="3657600"/>
            <a:ext cx="2240280" cy="3840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02368" y="3721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Marubozu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41148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</a:rPr>
              <a:t>Fort  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44348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Corps = 90 %+ de la bougie — force pure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400800"/>
            <a:ext cx="1161288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Marqueurs ▲ verts (haussier) et ▼ rouges (baissier) annotés directement sur le graphique Plotly · Survol pour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Système d'alertes automatiques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GitHub Actions — scheduler cloud gratuit · exécution horaire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14884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350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35024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GitHub Actions
cron horaire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21488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87451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scheduler.py --once
sur serveurs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1444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280160"/>
            <a:ext cx="214884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1488" y="13350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335024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Pipeline complet
par ticker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1783080"/>
            <a:ext cx="21488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9776" y="187451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Chaque ticker de chaque
watchlist 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444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280160"/>
            <a:ext cx="214884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65776" y="13350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1335024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Détection
d'anomalie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336" y="1783080"/>
            <a:ext cx="21488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84064" y="187451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Variation ≥ 5 %
ou changement de reco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1444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280160"/>
            <a:ext cx="214884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0064" y="13350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1335024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Email HTML
formaté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1783080"/>
            <a:ext cx="21488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8352" y="187451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Bandeau coloré + score
+ explication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1444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1280160"/>
            <a:ext cx="214884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74352" y="13350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1335024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Commit auto
last_scores.json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1783080"/>
            <a:ext cx="21488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187451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Prix mis à jour
[skip ci] — pas de boucle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46120"/>
            <a:ext cx="114300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9184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Rendus email selon le déclencheur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657600"/>
            <a:ext cx="27432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" y="3721608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⚠ Variation ≥ 5 %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1480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4178808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Bandeau orange · fond orange sur l'analyse 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3657600"/>
            <a:ext cx="27432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55848" y="3721608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🔔 Changement de reco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411480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55848" y="4178808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Bandeau violet · ex. NEUTRE → ACHETER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657600"/>
            <a:ext cx="2743200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6208" y="3721608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📈 Hausse détectée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11480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36208" y="4178808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Fond vert sur le texte d'analyse 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3657600"/>
            <a:ext cx="27432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16567" y="3721608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📉 Baisse détectée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411480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16567" y="4178808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</a:rPr>
              <a:t>Fond orange sur le texte d'analyse 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166360"/>
            <a:ext cx="114300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52852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La variation est mesurée par rapport au DERNIER PRIX ENREGISTRÉ par le scheduler (pas seulement J-1), ce qui permet de détecter des chutes progressives sur plusieurs jours.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Stack technique &amp;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09728" cy="49377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</a:rPr>
              <a:t>Bibliothèques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1600200" cy="402336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Données boursières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7556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yfinance ≥ 1.0.0 · pandas 2.2 · numpy 1.26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600200" cy="40233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Actualités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286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feedparser (RSS) · newsapi-python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24912"/>
            <a:ext cx="1600200" cy="402336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980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NLP / 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81635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vaderSentiment · transformers (FinBERT opt.)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55263"/>
            <a:ext cx="1600200" cy="40233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5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LLM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346703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Groq API · LLaMA 3.3 70B (14 400 req/j gratuit)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85615"/>
            <a:ext cx="1600200" cy="402336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58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Interface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387705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Streamlit 1.57 · Plotly 6 · Matplotlib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15968"/>
            <a:ext cx="1600200" cy="40233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Auth &amp; Sécurité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40740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streamlit-authenticator · bcrypt · PyYAML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600200" cy="402336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Alertes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49377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smtplib · Gmail SMTP · App Password 16 chars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76672"/>
            <a:ext cx="1600200" cy="40233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4498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Infra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546811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GitHub Actions · cron horaire · gratuit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234440"/>
            <a:ext cx="109728" cy="49377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</a:rPr>
              <a:t>DevOps &amp; Qualité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6642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17465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17556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.gitattributes merge=union sur last_scores.json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3500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24323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4414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GitHub Actions workflow · secrets chiffrés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0358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31181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1272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pyrightconfig.json · requirements-scheduler.txt allégé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7216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38039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38130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os.getenv() pour toutes les clés · pas de secrets en clair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4074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44897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498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TTL 15 min mémoire — évite appels API redondants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093208"/>
            <a:ext cx="1463040" cy="42062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51755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51846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test_market · test_news · test_media · test_full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Concepts Python démontrés dans SDE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Dict imbriqués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3167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pipeline.py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39" y="15910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run() retourne un dict avec sous-dicts market, explication…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13898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DataFrame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3167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sentiment.py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5910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groupby, apply, concat, fillna, pct_change,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03120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212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List comprehension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39" y="2139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scoring.py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241401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[s for s in signals if s['direction'] == 'HAUSSIER']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212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f-strings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139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mailer.py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1401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f"{variation:+.2f}%"  ·  couleur conditionnelle dans 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26080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0358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try / except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39" y="29626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scheduler.py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39" y="3236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Chaque ticker isolé — une erreur ne bloque pas les autres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26080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358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os.getenv()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9626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config.py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236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Secrets en variables d'env · GitHub Secrets en 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8587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pathlib.Path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39" y="378561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watchlist.py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39" y="405993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Path(__file__).parent / 'watchlist.json'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38587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sys.argv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78561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scheduler.py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05993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'--once' in sys.argv → mode GitHub Actions one-shot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72000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6817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Classes Plotly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39" y="46085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charts.py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39" y="48828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go.Candlestick + go.Scatter — API orientée objet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572000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59" y="46817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smtplib + MIME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6085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mailer.py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48828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Email HTML multi-parts avec headers haute priorité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394960"/>
            <a:ext cx="169164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55046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Pandas NaN handling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39" y="54315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market.py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39" y="5705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_ind() helper : valeur neutre si indicateur absent (nouveau ticker)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394960"/>
            <a:ext cx="169164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59" y="55046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yaml.safe_load()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4315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</a:rPr>
              <a:t>auth/auth.py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5705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4"/>
                </a:solidFill>
              </a:rPr>
              <a:t>Lecture users.yaml · identifiants bcrypt · gestion cookies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Cas d'usage — De la saisie au tableau de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FAE5"/>
                </a:solidFill>
              </a:rPr>
              <a:t>Exemple : analyse de NVDA (NVIDIA Corporation)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23317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</a:rPr>
              <a:t>Tape "Nvidia"
Sélectionne NVDA
dans l'autocomplétion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657600" cy="2331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44475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Pipeline complet :
marché + actualités
+ insiders +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3657600" cy="23317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144475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Résultat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</a:rPr>
              <a:t>Score 74/100
Tech 68 · Fund 80
Média 74 → ACHETER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3657600" cy="2331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5079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🕯️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Chartiste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Avalement haussier
détecté hier
→ signal opportun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886200"/>
            <a:ext cx="3657600" cy="23317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05079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Watchlist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006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</a:rPr>
              <a:t>Ajout en 1 clic
Suivi horaire
automatique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886200"/>
            <a:ext cx="3657600" cy="2331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405079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Alerte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8006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Email si var &gt; 5 %
ou changement reco
→ fond vert ou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86868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Limites actuelles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406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Limites identifiées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1907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⚠  APIs gratuites — quotas NewsAPI &amp; Groq (14 400 req/jour)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⚠  Optimisé NASDAQ — moins de couverture médias sur valeurs EU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⚠  Pas de Dockerfile — containerisation non encore réalisée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⚠  Persistance JSON — suffisant au prototype, limite à grande échelle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⚠  Analyse rétrospective uniquement — pas de modèle prédictif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34440"/>
            <a:ext cx="5394960" cy="3840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2984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Perspectives de développement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19072"/>
            <a:ext cx="523036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FinBERT GPU — NLP financier plus précis que VADER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Vue portfolio — agréger plusieurs tickers en un score global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Backtesting — valider les signaux sur l'historique de cours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Dockerisation + déploiement cloud (Render, Fly.io)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Mode API REST — exposer les scores via Flask ou FastAPI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2744"/>
                </a:solidFill>
              </a:rPr>
              <a:t>→  Scoring sectoriel avancé — comparaison pair-to-peer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97880"/>
            <a:ext cx="11612880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0167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SDE est un outil éducatif — les recommandations ne constituent pas un conseil en investissement financier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SDE — Stock Decision Engine · Projet Formation Python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18488" cy="846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9E75"/>
                </a:solidFill>
              </a:rPr>
              <a:t>SDE en chiffres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signaux
composites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figures
chartistes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secteurs
suivis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APIs
externes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100 %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Python
pur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143000"/>
            <a:ext cx="1783080" cy="1234440"/>
          </a:xfrm>
          <a:prstGeom prst="rect">
            <a:avLst/>
          </a:prstGeom>
          <a:solidFill>
            <a:srgbClr val="1A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04120" y="1207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</a:rPr>
              <a:t>gratuit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infra cloud
GitHub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11274552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D9E75"/>
                </a:solidFill>
              </a:rPr>
              <a:t>Questions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1247120" cy="54864"/>
          </a:xfrm>
          <a:prstGeom prst="rect">
            <a:avLst/>
          </a:prstGeom>
          <a:solidFill>
            <a:srgbClr val="1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Vladimir Andriana  ·  vladimir.andriana@gmail.com  ·  Formation Python Software Engineer PPL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68112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100" b="0" i="0" dirty="0">
                <a:solidFill>
                  <a:srgbClr val="4DA6FF"/>
                </a:solidFill>
              </a:rPr>
              <a:t>github.com/</a:t>
            </a:r>
            <a:r>
              <a:rPr lang="fr-CH" sz="1100" b="0" i="0" dirty="0" err="1">
                <a:solidFill>
                  <a:srgbClr val="4DA6FF"/>
                </a:solidFill>
              </a:rPr>
              <a:t>NomadesAdvancedTechnologies</a:t>
            </a:r>
            <a:r>
              <a:rPr lang="fr-CH" sz="1100" b="0" i="0" dirty="0">
                <a:solidFill>
                  <a:srgbClr val="4DA6FF"/>
                </a:solidFill>
              </a:rPr>
              <a:t>/ppl-2026-2t-project-cybkilla</a:t>
            </a:r>
            <a:r>
              <a:rPr sz="1100" b="0" i="0" dirty="0">
                <a:solidFill>
                  <a:srgbClr val="4DA6FF"/>
                </a:solidFill>
              </a:rPr>
              <a:t>  ·  SDE — Stock Decision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1781</Words>
  <Application>Microsoft Office PowerPoint</Application>
  <PresentationFormat>Custom</PresentationFormat>
  <Paragraphs>292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Vlad Cybkilla</cp:lastModifiedBy>
  <cp:revision>3</cp:revision>
  <dcterms:created xsi:type="dcterms:W3CDTF">2013-01-27T09:14:16Z</dcterms:created>
  <dcterms:modified xsi:type="dcterms:W3CDTF">2026-06-15T17:36:33Z</dcterms:modified>
  <cp:category/>
</cp:coreProperties>
</file>